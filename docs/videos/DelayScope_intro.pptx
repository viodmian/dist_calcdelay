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55FF0C-02DE-84BF-5E98-FE9F86D5F5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800AC01-6A39-70AF-B40B-B66A2B35E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B1F888-BB4A-13F1-08B5-64699B5B7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BC40-8412-45BD-B6EF-90CC40BD9372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4F4057-3F90-016C-D37F-18B8CCCB1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D0475C-D6A0-5B18-F46A-E1DB2E679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88C2-0EAA-484F-9D78-EFCF37353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260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EE1CF0-CF8E-805A-8736-392EA85EC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558BD4-5DED-5C94-2F47-01884B442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D5DDE0-1E43-4C68-4738-E940A5334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BC40-8412-45BD-B6EF-90CC40BD9372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8FCEA1-7F0A-89C5-241A-2A69F6544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5FF0FA-81BC-4ABD-8A34-C3365C618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88C2-0EAA-484F-9D78-EFCF37353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063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04A74-686E-1647-CF4F-8AC1C1FF7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5F0626-4E0E-E642-0CA3-B2DDDF5E4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7EE736-F57D-41B7-6046-F9CD6F572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BC40-8412-45BD-B6EF-90CC40BD9372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7A46CF-8BC8-2C0D-38E3-BC1264C3A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4E9A38-CF95-42A5-8B1F-06A45D57D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88C2-0EAA-484F-9D78-EFCF37353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76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C076DC-68C6-3705-3147-A02513253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9825B7-4192-3F10-E92A-834E565B5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06ACF9-5DB9-4466-DE76-1F64426FA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79F6D8-BE13-C70A-87DB-8148A59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BC40-8412-45BD-B6EF-90CC40BD9372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DD0928-D6A5-1E5E-878E-ECC08E961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4F3757-0C3A-8159-1745-9C64E49A2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88C2-0EAA-484F-9D78-EFCF37353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69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AC4CE-CF1B-6A8A-0090-BEF60D463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BD692A-3367-6AAC-4D21-759F0281E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C2D969-5C44-87B2-B679-9C541EC7A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DC1083-B66E-3731-5087-3A7C2EE31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23B13B-5138-DCCD-C6F2-AA7C5258E3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54B12D-7C21-E465-6ADC-FAB336DE3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BC40-8412-45BD-B6EF-90CC40BD9372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60BF7C8-67B8-CE99-24E0-D6973E0C3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9A9BC99-2F75-DE7B-4761-21372CC84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88C2-0EAA-484F-9D78-EFCF37353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57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F7572-3C5E-CAD8-EB7A-F11E9A9F2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14998C7-833B-8CFC-4FA9-E5334DB0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BC40-8412-45BD-B6EF-90CC40BD9372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B1B1B9-6387-68E4-95B0-D3E9B236A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B75FA6-A768-6F1D-AF89-D512B37EB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88C2-0EAA-484F-9D78-EFCF37353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227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B90B22-845D-A34D-9329-DEC74B99E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BC40-8412-45BD-B6EF-90CC40BD9372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916B93E-CB39-D06B-DDF8-27201FD56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05A561-61AB-96EC-17E5-0E6A9FC5C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88C2-0EAA-484F-9D78-EFCF37353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230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55188-8605-41C7-0D23-26C4EF70A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620222-B5B3-7602-49D7-76F79BD89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4C6AC7-FB9E-D285-6215-30BB18F29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7CB33A-7707-0C3B-DA1D-1904A0421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BC40-8412-45BD-B6EF-90CC40BD9372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D68E14-9643-CA3C-DB46-6F7ED0AE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70DC9D-1FC9-A661-D0A4-58A89880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88C2-0EAA-484F-9D78-EFCF37353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549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151650-E87C-421F-1EE2-066F4E654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AE9558-515E-1A92-8CA0-BD8D8FF11E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239D37-A563-09FD-0BC3-55273F41B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7D7700-E063-8872-71E0-31712139A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BC40-8412-45BD-B6EF-90CC40BD9372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8C2985-6560-5023-9A17-ED075C42A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CB4220-2DAA-6585-793E-23D48525E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88C2-0EAA-484F-9D78-EFCF37353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251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916E9E-DFE3-B2D7-D523-BE004EF7D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500F60-B763-3B90-CE33-200FBCF8C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EA82C5-B86D-3AD6-4107-CF34B5389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BC40-8412-45BD-B6EF-90CC40BD9372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4E4FDC-E596-A750-3F76-1E4A32E9D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E0C2F9-CFFC-03FE-0C50-F74123744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88C2-0EAA-484F-9D78-EFCF37353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796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8A27B69-EBC2-449B-F3CF-CEEE35D8CD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18E2B4-1626-821C-D2E9-183F884F7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B18C55-7F62-7DAB-13FD-C97D48246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BC40-8412-45BD-B6EF-90CC40BD9372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953FCA-6407-AD1B-80F7-05811665F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BBC02A-0622-151C-54E4-B1F10F27C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88C2-0EAA-484F-9D78-EFCF37353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112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CC0DFD-3C14-22D2-A871-2F1DCD847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E00FAD-614A-DF02-86CE-422E593C7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52E985-09FE-7D36-F256-2B35DC3FBA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ABC40-8412-45BD-B6EF-90CC40BD9372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901571-D533-0942-2FEE-305C360A5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431F90-CCEA-B02D-174D-BB7E17DEF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088C2-0EAA-484F-9D78-EFCF37353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929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4DDA261-A3A7-BFA9-B3F9-B9E07DBA28A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335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84D14C0-7E33-72EF-11D8-E5357300B86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699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A5671E1-B868-9693-9378-DC7D7DBC1A0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802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77B8E39-7B27-87FE-0ACF-63B6480B9D1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666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433319E-5116-B2DB-C0BD-16C0EC519CC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718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3672E26-21EC-A1CE-848E-A9CF9984023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78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9967870-EC3A-92D2-810E-39A1D84CA54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257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048A85A-80AE-49AC-4EAF-F913161D5E3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504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elevoc</dc:creator>
  <cp:lastModifiedBy>elevoc</cp:lastModifiedBy>
  <cp:revision>1</cp:revision>
  <dcterms:created xsi:type="dcterms:W3CDTF">2026-06-16T10:49:55Z</dcterms:created>
  <dcterms:modified xsi:type="dcterms:W3CDTF">2026-06-16T10:49:57Z</dcterms:modified>
</cp:coreProperties>
</file>